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3291840" cy="347472"/>
          </a:xfrm>
          <a:prstGeom prst="roundRect">
            <a:avLst/>
          </a:prstGeom>
          <a:noFill/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E5FF"/>
                </a:solidFill>
              </a:defRPr>
            </a:pPr>
            <a:r>
              <a:t>HARNESS ENGINEERING · 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</a:defRPr>
            </a:pPr>
            <a:r>
              <a:t>支持 devpace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8892B0"/>
                </a:solidFill>
              </a:rPr>
              <a:t>让 AI 辅助研发从 </a:t>
            </a:r>
            <a:r>
              <a:rPr sz="1400" b="1">
                <a:solidFill>
                  <a:srgbClr val="00E5FF"/>
                </a:solidFill>
              </a:rPr>
              <a:t>vibe coding</a:t>
            </a:r>
            <a:r>
              <a:rPr sz="1400">
                <a:solidFill>
                  <a:srgbClr val="8892B0"/>
                </a:solidFill>
              </a:rPr>
              <a:t> 走向</a:t>
            </a:r>
            <a:r>
              <a:rPr sz="1400" b="1">
                <a:solidFill>
                  <a:srgbClr val="00E5FF"/>
                </a:solidFill>
              </a:rPr>
              <a:t>工程化</a:t>
            </a:r>
            <a:r>
              <a:rPr sz="1400">
                <a:solidFill>
                  <a:srgbClr val="8892B0"/>
                </a:solidFill>
              </a:rPr>
              <a:t>——由社区驱动，持续演进。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91840"/>
            <a:ext cx="109728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EAF6"/>
                </a:solidFill>
              </a:rPr>
              <a:t>需求在变是常态，</a:t>
            </a:r>
            <a:r>
              <a:rPr sz="2000" b="1">
                <a:solidFill>
                  <a:srgbClr val="FF2D95"/>
                </a:solidFill>
              </a:rPr>
              <a:t>失序不应该是。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892B0"/>
                </a:solidFill>
              </a:defRPr>
            </a:pPr>
            <a:r>
              <a:t>如果你认同这个理念，一个 Star 就是最好的支持。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2743200" cy="457200"/>
          </a:xfrm>
          <a:prstGeom prst="roundRect">
            <a:avLst/>
          </a:prstGeom>
          <a:solidFill>
            <a:srgbClr val="0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>
              <a:defRPr sz="1300" b="1">
                <a:solidFill>
                  <a:srgbClr val="0A0E1A"/>
                </a:solidFill>
              </a:defRPr>
            </a:pPr>
            <a:r>
              <a:t>⭐  Star devpace on GitHub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914400"/>
            <a:ext cx="2560320" cy="2286000"/>
          </a:xfrm>
          <a:prstGeom prst="roundRect">
            <a:avLst/>
          </a:prstGeom>
          <a:solidFill>
            <a:srgbClr val="0F162D"/>
          </a:solidFill>
          <a:ln w="12700">
            <a:solidFill>
              <a:srgbClr val="1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EAF6"/>
                </a:solidFill>
              </a:defRPr>
            </a:pPr>
            <a:r>
              <a:t>Star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8892B0"/>
                </a:solidFill>
              </a:defRPr>
            </a:pPr>
            <a:r>
              <a:t>在 GitHub 点一颗 Star</a:t>
            </a:r>
            <a:br/>
            <a:r>
              <a:t>让更多人看到这个项目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914400"/>
            <a:ext cx="2560320" cy="2286000"/>
          </a:xfrm>
          <a:prstGeom prst="roundRect">
            <a:avLst/>
          </a:prstGeom>
          <a:solidFill>
            <a:srgbClr val="0F162D"/>
          </a:solidFill>
          <a:ln w="12700">
            <a:solidFill>
              <a:srgbClr val="1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188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7373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EAF6"/>
                </a:solidFill>
              </a:defRPr>
            </a:pPr>
            <a:r>
              <a:t>分享体验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94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8892B0"/>
                </a:solidFill>
              </a:defRPr>
            </a:pPr>
            <a:r>
              <a:t>试用后在 Discussions</a:t>
            </a:r>
            <a:br/>
            <a:r>
              <a:t>分享你的使用感受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74720"/>
            <a:ext cx="2560320" cy="2286000"/>
          </a:xfrm>
          <a:prstGeom prst="roundRect">
            <a:avLst/>
          </a:prstGeom>
          <a:solidFill>
            <a:srgbClr val="0F162D"/>
          </a:solidFill>
          <a:ln w="12700">
            <a:solidFill>
              <a:srgbClr val="1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749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97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EAF6"/>
                </a:solidFill>
              </a:defRPr>
            </a:pPr>
            <a:r>
              <a:t>提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8892B0"/>
                </a:solidFill>
              </a:defRPr>
            </a:pPr>
            <a:r>
              <a:t>告诉我们哪里不好用</a:t>
            </a:r>
            <a:br/>
            <a:r>
              <a:t>或缺少什么功能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474720"/>
            <a:ext cx="2560320" cy="2286000"/>
          </a:xfrm>
          <a:prstGeom prst="roundRect">
            <a:avLst/>
          </a:prstGeom>
          <a:solidFill>
            <a:srgbClr val="0F162D"/>
          </a:solidFill>
          <a:ln w="12700">
            <a:solidFill>
              <a:srgbClr val="1A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749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976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8EAF6"/>
                </a:solidFill>
              </a:defRPr>
            </a:pPr>
            <a:r>
              <a:t>贡献代码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7548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100">
                <a:solidFill>
                  <a:srgbClr val="8892B0"/>
                </a:solidFill>
              </a:defRPr>
            </a:pPr>
            <a:r>
              <a:t>从修文档到加 Skill</a:t>
            </a:r>
            <a:br/>
            <a:r>
              <a:t>所有 PR 都欢迎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